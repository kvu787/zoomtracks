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2004000" cy="4480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56" autoAdjust="0"/>
    <p:restoredTop sz="94660"/>
  </p:normalViewPr>
  <p:slideViewPr>
    <p:cSldViewPr snapToGrid="0">
      <p:cViewPr>
        <p:scale>
          <a:sx n="20" d="100"/>
          <a:sy n="20" d="100"/>
        </p:scale>
        <p:origin x="436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0" y="7332771"/>
            <a:ext cx="27203400" cy="15598987"/>
          </a:xfrm>
        </p:spPr>
        <p:txBody>
          <a:bodyPr anchor="b"/>
          <a:lstStyle>
            <a:lvl1pPr algn="ctr">
              <a:defRPr sz="21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0" y="23533315"/>
            <a:ext cx="24003000" cy="10817645"/>
          </a:xfrm>
        </p:spPr>
        <p:txBody>
          <a:bodyPr/>
          <a:lstStyle>
            <a:lvl1pPr marL="0" indent="0" algn="ctr">
              <a:buNone/>
              <a:defRPr sz="8400"/>
            </a:lvl1pPr>
            <a:lvl2pPr marL="1600200" indent="0" algn="ctr">
              <a:buNone/>
              <a:defRPr sz="7000"/>
            </a:lvl2pPr>
            <a:lvl3pPr marL="3200400" indent="0" algn="ctr">
              <a:buNone/>
              <a:defRPr sz="6300"/>
            </a:lvl3pPr>
            <a:lvl4pPr marL="4800600" indent="0" algn="ctr">
              <a:buNone/>
              <a:defRPr sz="5600"/>
            </a:lvl4pPr>
            <a:lvl5pPr marL="6400800" indent="0" algn="ctr">
              <a:buNone/>
              <a:defRPr sz="5600"/>
            </a:lvl5pPr>
            <a:lvl6pPr marL="8001000" indent="0" algn="ctr">
              <a:buNone/>
              <a:defRPr sz="5600"/>
            </a:lvl6pPr>
            <a:lvl7pPr marL="9601200" indent="0" algn="ctr">
              <a:buNone/>
              <a:defRPr sz="5600"/>
            </a:lvl7pPr>
            <a:lvl8pPr marL="11201400" indent="0" algn="ctr">
              <a:buNone/>
              <a:defRPr sz="5600"/>
            </a:lvl8pPr>
            <a:lvl9pPr marL="12801600" indent="0" algn="ctr">
              <a:buNone/>
              <a:defRPr sz="5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5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6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08" y="11170298"/>
            <a:ext cx="27603450" cy="18637882"/>
          </a:xfrm>
        </p:spPr>
        <p:txBody>
          <a:bodyPr anchor="b"/>
          <a:lstStyle>
            <a:lvl1pPr>
              <a:defRPr sz="21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08" y="29984501"/>
            <a:ext cx="27603450" cy="9801222"/>
          </a:xfrm>
        </p:spPr>
        <p:txBody>
          <a:bodyPr/>
          <a:lstStyle>
            <a:lvl1pPr marL="0" indent="0">
              <a:buNone/>
              <a:defRPr sz="8400">
                <a:solidFill>
                  <a:schemeClr val="tx1">
                    <a:tint val="82000"/>
                  </a:schemeClr>
                </a:solidFill>
              </a:defRPr>
            </a:lvl1pPr>
            <a:lvl2pPr marL="1600200" indent="0">
              <a:buNone/>
              <a:defRPr sz="7000">
                <a:solidFill>
                  <a:schemeClr val="tx1">
                    <a:tint val="82000"/>
                  </a:schemeClr>
                </a:solidFill>
              </a:defRPr>
            </a:lvl2pPr>
            <a:lvl3pPr marL="3200400" indent="0">
              <a:buNone/>
              <a:defRPr sz="6300">
                <a:solidFill>
                  <a:schemeClr val="tx1">
                    <a:tint val="82000"/>
                  </a:schemeClr>
                </a:solidFill>
              </a:defRPr>
            </a:lvl3pPr>
            <a:lvl4pPr marL="480060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4pPr>
            <a:lvl5pPr marL="640080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5pPr>
            <a:lvl6pPr marL="800100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6pPr>
            <a:lvl7pPr marL="960120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7pPr>
            <a:lvl8pPr marL="1120140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8pPr>
            <a:lvl9pPr marL="1280160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3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75" y="11927416"/>
            <a:ext cx="13601700" cy="28428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25" y="11927416"/>
            <a:ext cx="13601700" cy="28428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6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3" y="2385493"/>
            <a:ext cx="27603450" cy="8660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47" y="10983598"/>
            <a:ext cx="13539190" cy="5382892"/>
          </a:xfrm>
        </p:spPr>
        <p:txBody>
          <a:bodyPr anchor="b"/>
          <a:lstStyle>
            <a:lvl1pPr marL="0" indent="0">
              <a:buNone/>
              <a:defRPr sz="8400" b="1"/>
            </a:lvl1pPr>
            <a:lvl2pPr marL="1600200" indent="0">
              <a:buNone/>
              <a:defRPr sz="7000" b="1"/>
            </a:lvl2pPr>
            <a:lvl3pPr marL="3200400" indent="0">
              <a:buNone/>
              <a:defRPr sz="6300" b="1"/>
            </a:lvl3pPr>
            <a:lvl4pPr marL="4800600" indent="0">
              <a:buNone/>
              <a:defRPr sz="5600" b="1"/>
            </a:lvl4pPr>
            <a:lvl5pPr marL="6400800" indent="0">
              <a:buNone/>
              <a:defRPr sz="5600" b="1"/>
            </a:lvl5pPr>
            <a:lvl6pPr marL="8001000" indent="0">
              <a:buNone/>
              <a:defRPr sz="5600" b="1"/>
            </a:lvl6pPr>
            <a:lvl7pPr marL="9601200" indent="0">
              <a:buNone/>
              <a:defRPr sz="5600" b="1"/>
            </a:lvl7pPr>
            <a:lvl8pPr marL="11201400" indent="0">
              <a:buNone/>
              <a:defRPr sz="5600" b="1"/>
            </a:lvl8pPr>
            <a:lvl9pPr marL="12801600" indent="0">
              <a:buNone/>
              <a:defRPr sz="5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47" y="16366490"/>
            <a:ext cx="13539190" cy="24072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7" y="10983598"/>
            <a:ext cx="13605869" cy="5382892"/>
          </a:xfrm>
        </p:spPr>
        <p:txBody>
          <a:bodyPr anchor="b"/>
          <a:lstStyle>
            <a:lvl1pPr marL="0" indent="0">
              <a:buNone/>
              <a:defRPr sz="8400" b="1"/>
            </a:lvl1pPr>
            <a:lvl2pPr marL="1600200" indent="0">
              <a:buNone/>
              <a:defRPr sz="7000" b="1"/>
            </a:lvl2pPr>
            <a:lvl3pPr marL="3200400" indent="0">
              <a:buNone/>
              <a:defRPr sz="6300" b="1"/>
            </a:lvl3pPr>
            <a:lvl4pPr marL="4800600" indent="0">
              <a:buNone/>
              <a:defRPr sz="5600" b="1"/>
            </a:lvl4pPr>
            <a:lvl5pPr marL="6400800" indent="0">
              <a:buNone/>
              <a:defRPr sz="5600" b="1"/>
            </a:lvl5pPr>
            <a:lvl6pPr marL="8001000" indent="0">
              <a:buNone/>
              <a:defRPr sz="5600" b="1"/>
            </a:lvl6pPr>
            <a:lvl7pPr marL="9601200" indent="0">
              <a:buNone/>
              <a:defRPr sz="5600" b="1"/>
            </a:lvl7pPr>
            <a:lvl8pPr marL="11201400" indent="0">
              <a:buNone/>
              <a:defRPr sz="5600" b="1"/>
            </a:lvl8pPr>
            <a:lvl9pPr marL="12801600" indent="0">
              <a:buNone/>
              <a:defRPr sz="5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7" y="16366490"/>
            <a:ext cx="13605869" cy="24072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03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2987040"/>
            <a:ext cx="10322123" cy="10454640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69" y="6451186"/>
            <a:ext cx="16202025" cy="31841017"/>
          </a:xfrm>
        </p:spPr>
        <p:txBody>
          <a:bodyPr/>
          <a:lstStyle>
            <a:lvl1pPr>
              <a:defRPr sz="11200"/>
            </a:lvl1pPr>
            <a:lvl2pPr>
              <a:defRPr sz="9800"/>
            </a:lvl2pPr>
            <a:lvl3pPr>
              <a:defRPr sz="84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13441680"/>
            <a:ext cx="10322123" cy="24902375"/>
          </a:xfrm>
        </p:spPr>
        <p:txBody>
          <a:bodyPr/>
          <a:lstStyle>
            <a:lvl1pPr marL="0" indent="0">
              <a:buNone/>
              <a:defRPr sz="5600"/>
            </a:lvl1pPr>
            <a:lvl2pPr marL="1600200" indent="0">
              <a:buNone/>
              <a:defRPr sz="4900"/>
            </a:lvl2pPr>
            <a:lvl3pPr marL="3200400" indent="0">
              <a:buNone/>
              <a:defRPr sz="4200"/>
            </a:lvl3pPr>
            <a:lvl4pPr marL="4800600" indent="0">
              <a:buNone/>
              <a:defRPr sz="3500"/>
            </a:lvl4pPr>
            <a:lvl5pPr marL="6400800" indent="0">
              <a:buNone/>
              <a:defRPr sz="3500"/>
            </a:lvl5pPr>
            <a:lvl6pPr marL="8001000" indent="0">
              <a:buNone/>
              <a:defRPr sz="3500"/>
            </a:lvl6pPr>
            <a:lvl7pPr marL="9601200" indent="0">
              <a:buNone/>
              <a:defRPr sz="3500"/>
            </a:lvl7pPr>
            <a:lvl8pPr marL="11201400" indent="0">
              <a:buNone/>
              <a:defRPr sz="3500"/>
            </a:lvl8pPr>
            <a:lvl9pPr marL="12801600" indent="0">
              <a:buNone/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9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2987040"/>
            <a:ext cx="10322123" cy="10454640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69" y="6451186"/>
            <a:ext cx="16202025" cy="31841017"/>
          </a:xfrm>
        </p:spPr>
        <p:txBody>
          <a:bodyPr anchor="t"/>
          <a:lstStyle>
            <a:lvl1pPr marL="0" indent="0">
              <a:buNone/>
              <a:defRPr sz="11200"/>
            </a:lvl1pPr>
            <a:lvl2pPr marL="1600200" indent="0">
              <a:buNone/>
              <a:defRPr sz="9800"/>
            </a:lvl2pPr>
            <a:lvl3pPr marL="3200400" indent="0">
              <a:buNone/>
              <a:defRPr sz="8400"/>
            </a:lvl3pPr>
            <a:lvl4pPr marL="4800600" indent="0">
              <a:buNone/>
              <a:defRPr sz="7000"/>
            </a:lvl4pPr>
            <a:lvl5pPr marL="6400800" indent="0">
              <a:buNone/>
              <a:defRPr sz="7000"/>
            </a:lvl5pPr>
            <a:lvl6pPr marL="8001000" indent="0">
              <a:buNone/>
              <a:defRPr sz="7000"/>
            </a:lvl6pPr>
            <a:lvl7pPr marL="9601200" indent="0">
              <a:buNone/>
              <a:defRPr sz="7000"/>
            </a:lvl7pPr>
            <a:lvl8pPr marL="11201400" indent="0">
              <a:buNone/>
              <a:defRPr sz="7000"/>
            </a:lvl8pPr>
            <a:lvl9pPr marL="12801600" indent="0">
              <a:buNone/>
              <a:defRPr sz="7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13441680"/>
            <a:ext cx="10322123" cy="24902375"/>
          </a:xfrm>
        </p:spPr>
        <p:txBody>
          <a:bodyPr/>
          <a:lstStyle>
            <a:lvl1pPr marL="0" indent="0">
              <a:buNone/>
              <a:defRPr sz="5600"/>
            </a:lvl1pPr>
            <a:lvl2pPr marL="1600200" indent="0">
              <a:buNone/>
              <a:defRPr sz="4900"/>
            </a:lvl2pPr>
            <a:lvl3pPr marL="3200400" indent="0">
              <a:buNone/>
              <a:defRPr sz="4200"/>
            </a:lvl3pPr>
            <a:lvl4pPr marL="4800600" indent="0">
              <a:buNone/>
              <a:defRPr sz="3500"/>
            </a:lvl4pPr>
            <a:lvl5pPr marL="6400800" indent="0">
              <a:buNone/>
              <a:defRPr sz="3500"/>
            </a:lvl5pPr>
            <a:lvl6pPr marL="8001000" indent="0">
              <a:buNone/>
              <a:defRPr sz="3500"/>
            </a:lvl6pPr>
            <a:lvl7pPr marL="9601200" indent="0">
              <a:buNone/>
              <a:defRPr sz="3500"/>
            </a:lvl7pPr>
            <a:lvl8pPr marL="11201400" indent="0">
              <a:buNone/>
              <a:defRPr sz="3500"/>
            </a:lvl8pPr>
            <a:lvl9pPr marL="12801600" indent="0">
              <a:buNone/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8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1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4" y="2385483"/>
            <a:ext cx="6900863" cy="37970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7" y="2385483"/>
            <a:ext cx="20302538" cy="3797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75" y="2385493"/>
            <a:ext cx="27603450" cy="8660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5" y="11927416"/>
            <a:ext cx="27603450" cy="28428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75" y="41528163"/>
            <a:ext cx="7200900" cy="2385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AF9E3-0568-4B0D-8546-BE8F05CB4211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25" y="41528163"/>
            <a:ext cx="10801350" cy="2385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25" y="41528163"/>
            <a:ext cx="7200900" cy="2385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C5F19-C969-4649-8B02-CA0D5F7CD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9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00400" rtl="0" eaLnBrk="1" latinLnBrk="0" hangingPunct="1">
        <a:lnSpc>
          <a:spcPct val="90000"/>
        </a:lnSpc>
        <a:spcBef>
          <a:spcPct val="0"/>
        </a:spcBef>
        <a:buNone/>
        <a:defRPr sz="1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0" indent="-800100" algn="l" defTabSz="3200400" rtl="0" eaLnBrk="1" latinLnBrk="0" hangingPunct="1">
        <a:lnSpc>
          <a:spcPct val="90000"/>
        </a:lnSpc>
        <a:spcBef>
          <a:spcPts val="3500"/>
        </a:spcBef>
        <a:buFont typeface="Arial" panose="020B0604020202020204" pitchFamily="34" charset="0"/>
        <a:buChar char="•"/>
        <a:defRPr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8A81A6-7B46-AB9C-3369-F140F90860C0}"/>
              </a:ext>
            </a:extLst>
          </p:cNvPr>
          <p:cNvSpPr>
            <a:spLocks/>
          </p:cNvSpPr>
          <p:nvPr/>
        </p:nvSpPr>
        <p:spPr>
          <a:xfrm>
            <a:off x="0" y="-1"/>
            <a:ext cx="32004000" cy="224028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D3A73-8814-3A6F-9FC8-5740AE3964E5}"/>
              </a:ext>
            </a:extLst>
          </p:cNvPr>
          <p:cNvSpPr txBox="1"/>
          <p:nvPr/>
        </p:nvSpPr>
        <p:spPr>
          <a:xfrm>
            <a:off x="0" y="22402799"/>
            <a:ext cx="32004000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0000" dirty="0">
                <a:latin typeface="Atkinson Hyperlegible" pitchFamily="2" charset="0"/>
              </a:rPr>
              <a:t>Barn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3F5F3-9CE3-EEC6-ADC0-5F0C47C9627A}"/>
              </a:ext>
            </a:extLst>
          </p:cNvPr>
          <p:cNvSpPr txBox="1"/>
          <p:nvPr/>
        </p:nvSpPr>
        <p:spPr>
          <a:xfrm>
            <a:off x="0" y="40188952"/>
            <a:ext cx="32004000" cy="46166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10000" dirty="0">
                <a:latin typeface="Atkinson Hyperlegible" pitchFamily="2" charset="0"/>
              </a:rPr>
              <a:t>“Why are barns always red? I saw a green barn once. Nearly popped out my own eyes at the sight!”</a:t>
            </a:r>
          </a:p>
          <a:p>
            <a:r>
              <a:rPr lang="en-US" sz="10000" dirty="0">
                <a:latin typeface="Atkinson Hyperlegible" pitchFamily="2" charset="0"/>
              </a:rPr>
              <a:t>- Farmer Joe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FA085-737E-B748-0C1B-D94FDFDCB1E5}"/>
              </a:ext>
            </a:extLst>
          </p:cNvPr>
          <p:cNvSpPr txBox="1"/>
          <p:nvPr/>
        </p:nvSpPr>
        <p:spPr>
          <a:xfrm>
            <a:off x="0" y="30526433"/>
            <a:ext cx="32004000" cy="30777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10000" dirty="0">
                <a:latin typeface="Atkinson Hyperlegible" pitchFamily="2" charset="0"/>
              </a:rPr>
              <a:t>HP 1000</a:t>
            </a:r>
          </a:p>
          <a:p>
            <a:r>
              <a:rPr lang="en-US" sz="10000" dirty="0">
                <a:latin typeface="Atkinson Hyperlegible" pitchFamily="2" charset="0"/>
              </a:rPr>
              <a:t>Used to store resources and equipment</a:t>
            </a:r>
          </a:p>
        </p:txBody>
      </p:sp>
    </p:spTree>
    <p:extLst>
      <p:ext uri="{BB962C8B-B14F-4D97-AF65-F5344CB8AC3E}">
        <p14:creationId xmlns:p14="http://schemas.microsoft.com/office/powerpoint/2010/main" val="3579871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36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Atkinson Hyperlegible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Vu</dc:creator>
  <cp:lastModifiedBy>Kevin Vu</cp:lastModifiedBy>
  <cp:revision>26</cp:revision>
  <dcterms:created xsi:type="dcterms:W3CDTF">2025-09-21T22:24:31Z</dcterms:created>
  <dcterms:modified xsi:type="dcterms:W3CDTF">2025-09-22T00:06:52Z</dcterms:modified>
</cp:coreProperties>
</file>